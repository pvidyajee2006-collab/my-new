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AI FAQ ASSISTANT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/>
            </a:pPr>
            <a:r>
              <a:t>An Intelligent Question Answering System</a:t>
            </a:r>
          </a:p>
          <a:p>
            <a:pPr>
              <a:spcAft>
                <a:spcPts val="1400"/>
              </a:spcAft>
              <a:defRPr sz="2400"/>
            </a:pPr>
            <a:r>
              <a:t>Presented by: Vidya.P</a:t>
            </a:r>
          </a:p>
          <a:p>
            <a:pPr>
              <a:spcAft>
                <a:spcPts val="1400"/>
              </a:spcAft>
              <a:defRPr sz="2400"/>
            </a:pPr>
            <a:r>
              <a:t>Department of Computer Application</a:t>
            </a:r>
          </a:p>
          <a:p>
            <a:pPr>
              <a:spcAft>
                <a:spcPts val="1400"/>
              </a:spcAft>
              <a:defRPr sz="2400"/>
            </a:pPr>
            <a:r>
              <a:t>Bachelor of Computer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093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AI FAQ Assistant is an intelligent system that answers frequently asked questions.</a:t>
            </a:r>
          </a:p>
          <a:p>
            <a:pPr>
              <a:spcAft>
                <a:spcPts val="1400"/>
              </a:spcAft>
              <a:defRPr sz="2200"/>
            </a:pPr>
            <a:r>
              <a:t>• It uses Artificial Intelligence to understand user questions.</a:t>
            </a:r>
          </a:p>
          <a:p>
            <a:pPr>
              <a:spcAft>
                <a:spcPts val="1400"/>
              </a:spcAft>
              <a:defRPr sz="2200"/>
            </a:pPr>
            <a:r>
              <a:t>• It provides quick and accurate responses.</a:t>
            </a:r>
          </a:p>
          <a:p>
            <a:pPr>
              <a:spcAft>
                <a:spcPts val="1400"/>
              </a:spcAft>
              <a:defRPr sz="2200"/>
            </a:pPr>
            <a:r>
              <a:t>• It can be used in colleges, companies, websites and customer support.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093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Users may have many repeated questions.</a:t>
            </a:r>
          </a:p>
          <a:p>
            <a:pPr>
              <a:spcAft>
                <a:spcPts val="1400"/>
              </a:spcAft>
              <a:defRPr sz="2200"/>
            </a:pPr>
            <a:r>
              <a:t>• Manual answering takes more time.</a:t>
            </a:r>
          </a:p>
          <a:p>
            <a:pPr>
              <a:spcAft>
                <a:spcPts val="1400"/>
              </a:spcAft>
              <a:defRPr sz="2200"/>
            </a:pPr>
            <a:r>
              <a:t>• Information may not be available immediately.</a:t>
            </a:r>
          </a:p>
          <a:p>
            <a:pPr>
              <a:spcAft>
                <a:spcPts val="1400"/>
              </a:spcAft>
              <a:defRPr sz="2200"/>
            </a:pPr>
            <a:r>
              <a:t>• Human support requires more effort.</a:t>
            </a:r>
          </a:p>
          <a:p>
            <a:pPr>
              <a:spcAft>
                <a:spcPts val="1400"/>
              </a:spcAft>
              <a:defRPr sz="2200"/>
            </a:pPr>
            <a:r>
              <a:t>• An automated FAQ system can solve these problems.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093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Provide instant answers to users.</a:t>
            </a:r>
          </a:p>
          <a:p>
            <a:pPr>
              <a:spcAft>
                <a:spcPts val="1400"/>
              </a:spcAft>
              <a:defRPr sz="2200"/>
            </a:pPr>
            <a:r>
              <a:t>• Reduce repetitive manual work.</a:t>
            </a:r>
          </a:p>
          <a:p>
            <a:pPr>
              <a:spcAft>
                <a:spcPts val="1400"/>
              </a:spcAft>
              <a:defRPr sz="2200"/>
            </a:pPr>
            <a:r>
              <a:t>• Improve customer and user support.</a:t>
            </a:r>
          </a:p>
          <a:p>
            <a:pPr>
              <a:spcAft>
                <a:spcPts val="1400"/>
              </a:spcAft>
              <a:defRPr sz="2200"/>
            </a:pPr>
            <a:r>
              <a:t>• Provide information 24/7.</a:t>
            </a:r>
          </a:p>
          <a:p>
            <a:pPr>
              <a:spcAft>
                <a:spcPts val="1400"/>
              </a:spcAft>
              <a:defRPr sz="2200"/>
            </a:pPr>
            <a:r>
              <a:t>• Make the question-answer process simple and efficient.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093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1. User enters a question.</a:t>
            </a:r>
          </a:p>
          <a:p>
            <a:pPr>
              <a:spcAft>
                <a:spcPts val="1400"/>
              </a:spcAft>
              <a:defRPr sz="2200"/>
            </a:pPr>
            <a:r>
              <a:t>• 2. AI processes the question.</a:t>
            </a:r>
          </a:p>
          <a:p>
            <a:pPr>
              <a:spcAft>
                <a:spcPts val="1400"/>
              </a:spcAft>
              <a:defRPr sz="2200"/>
            </a:pPr>
            <a:r>
              <a:t>• 3. The system searches the FAQ database.</a:t>
            </a:r>
          </a:p>
          <a:p>
            <a:pPr>
              <a:spcAft>
                <a:spcPts val="1400"/>
              </a:spcAft>
              <a:defRPr sz="2200"/>
            </a:pPr>
            <a:r>
              <a:t>• 4. The most relevant answer is selected.</a:t>
            </a:r>
          </a:p>
          <a:p>
            <a:pPr>
              <a:spcAft>
                <a:spcPts val="1400"/>
              </a:spcAft>
              <a:defRPr sz="2200"/>
            </a:pPr>
            <a:r>
              <a:t>• 5. The answer is displayed to the user.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093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Main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User-friendly interface</a:t>
            </a:r>
          </a:p>
          <a:p>
            <a:pPr>
              <a:spcAft>
                <a:spcPts val="1400"/>
              </a:spcAft>
              <a:defRPr sz="2200"/>
            </a:pPr>
            <a:r>
              <a:t>• Automatic question answering</a:t>
            </a:r>
          </a:p>
          <a:p>
            <a:pPr>
              <a:spcAft>
                <a:spcPts val="1400"/>
              </a:spcAft>
              <a:defRPr sz="2200"/>
            </a:pPr>
            <a:r>
              <a:t>• Fast response</a:t>
            </a:r>
          </a:p>
          <a:p>
            <a:pPr>
              <a:spcAft>
                <a:spcPts val="1400"/>
              </a:spcAft>
              <a:defRPr sz="2200"/>
            </a:pPr>
            <a:r>
              <a:t>• Natural Language Understanding</a:t>
            </a:r>
          </a:p>
          <a:p>
            <a:pPr>
              <a:spcAft>
                <a:spcPts val="1400"/>
              </a:spcAft>
              <a:defRPr sz="2200"/>
            </a:pPr>
            <a:r>
              <a:t>• FAQ database management</a:t>
            </a:r>
          </a:p>
          <a:p>
            <a:pPr>
              <a:spcAft>
                <a:spcPts val="1400"/>
              </a:spcAft>
              <a:defRPr sz="2200"/>
            </a:pPr>
            <a:r>
              <a:t>• 24/7 availability</a:t>
            </a:r>
          </a:p>
          <a:p>
            <a:pPr>
              <a:spcAft>
                <a:spcPts val="1400"/>
              </a:spcAft>
              <a:defRPr sz="2200"/>
            </a:pPr>
            <a:r>
              <a:t>• Easy to update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093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Frontend: HTML, CSS, JavaScript</a:t>
            </a:r>
          </a:p>
          <a:p>
            <a:pPr>
              <a:spcAft>
                <a:spcPts val="1400"/>
              </a:spcAft>
              <a:defRPr sz="2200"/>
            </a:pPr>
            <a:r>
              <a:t>• Backend: Python / PHP</a:t>
            </a:r>
          </a:p>
          <a:p>
            <a:pPr>
              <a:spcAft>
                <a:spcPts val="1400"/>
              </a:spcAft>
              <a:defRPr sz="2200"/>
            </a:pPr>
            <a:r>
              <a:t>• Database: MySQL</a:t>
            </a:r>
          </a:p>
          <a:p>
            <a:pPr>
              <a:spcAft>
                <a:spcPts val="1400"/>
              </a:spcAft>
              <a:defRPr sz="2200"/>
            </a:pPr>
            <a:r>
              <a:t>• AI / NLP: Natural Language Processing</a:t>
            </a:r>
          </a:p>
          <a:p>
            <a:pPr>
              <a:spcAft>
                <a:spcPts val="1400"/>
              </a:spcAft>
              <a:defRPr sz="2200"/>
            </a:pPr>
            <a:r>
              <a:t>• Platform: Web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093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Educational institutions</a:t>
            </a:r>
          </a:p>
          <a:p>
            <a:pPr>
              <a:spcAft>
                <a:spcPts val="1400"/>
              </a:spcAft>
              <a:defRPr sz="2200"/>
            </a:pPr>
            <a:r>
              <a:t>• E-commerce websites</a:t>
            </a:r>
          </a:p>
          <a:p>
            <a:pPr>
              <a:spcAft>
                <a:spcPts val="1400"/>
              </a:spcAft>
              <a:defRPr sz="2200"/>
            </a:pPr>
            <a:r>
              <a:t>• Hospitals</a:t>
            </a:r>
          </a:p>
          <a:p>
            <a:pPr>
              <a:spcAft>
                <a:spcPts val="1400"/>
              </a:spcAft>
              <a:defRPr sz="2200"/>
            </a:pPr>
            <a:r>
              <a:t>• Banks</a:t>
            </a:r>
          </a:p>
          <a:p>
            <a:pPr>
              <a:spcAft>
                <a:spcPts val="1400"/>
              </a:spcAft>
              <a:defRPr sz="2200"/>
            </a:pPr>
            <a:r>
              <a:t>• Government websites</a:t>
            </a:r>
          </a:p>
          <a:p>
            <a:pPr>
              <a:spcAft>
                <a:spcPts val="1400"/>
              </a:spcAft>
              <a:defRPr sz="2200"/>
            </a:pPr>
            <a:r>
              <a:t>• Customer service</a:t>
            </a:r>
          </a:p>
          <a:p>
            <a:pPr>
              <a:spcAft>
                <a:spcPts val="1400"/>
              </a:spcAft>
              <a:defRPr sz="2200"/>
            </a:pPr>
            <a:r>
              <a:t>• Company help desks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093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Saves time</a:t>
            </a:r>
          </a:p>
          <a:p>
            <a:pPr>
              <a:spcAft>
                <a:spcPts val="1400"/>
              </a:spcAft>
              <a:defRPr sz="2200"/>
            </a:pPr>
            <a:r>
              <a:t>• Reduces workload</a:t>
            </a:r>
          </a:p>
          <a:p>
            <a:pPr>
              <a:spcAft>
                <a:spcPts val="1400"/>
              </a:spcAft>
              <a:defRPr sz="2200"/>
            </a:pPr>
            <a:r>
              <a:t>• Provides quick responses</a:t>
            </a:r>
          </a:p>
          <a:p>
            <a:pPr>
              <a:spcAft>
                <a:spcPts val="1400"/>
              </a:spcAft>
              <a:defRPr sz="2200"/>
            </a:pPr>
            <a:r>
              <a:t>• Available anytime</a:t>
            </a:r>
          </a:p>
          <a:p>
            <a:pPr>
              <a:spcAft>
                <a:spcPts val="1400"/>
              </a:spcAft>
              <a:defRPr sz="2200"/>
            </a:pPr>
            <a:r>
              <a:t>• Handles repeated questions</a:t>
            </a:r>
          </a:p>
          <a:p>
            <a:pPr>
              <a:spcAft>
                <a:spcPts val="1400"/>
              </a:spcAft>
              <a:defRPr sz="2200"/>
            </a:pPr>
            <a:r>
              <a:t>• Improves user experience</a:t>
            </a:r>
          </a:p>
          <a:p>
            <a:pPr>
              <a:spcAft>
                <a:spcPts val="1400"/>
              </a:spcAft>
              <a:defRPr sz="2200"/>
            </a:pPr>
            <a:r>
              <a:t>• Reduces support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093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• AI FAQ Assistant is a useful AI-based solution for automated question answering.</a:t>
            </a:r>
          </a:p>
          <a:p>
            <a:pPr>
              <a:spcAft>
                <a:spcPts val="1400"/>
              </a:spcAft>
              <a:defRPr sz="2200"/>
            </a:pPr>
            <a:r>
              <a:t>• It provides fast and consistent information.</a:t>
            </a:r>
          </a:p>
          <a:p>
            <a:pPr>
              <a:spcAft>
                <a:spcPts val="1400"/>
              </a:spcAft>
              <a:defRPr sz="2200"/>
            </a:pPr>
            <a:r>
              <a:t>• It reduces repetitive work for human support staff.</a:t>
            </a:r>
          </a:p>
          <a:p>
            <a:pPr>
              <a:spcAft>
                <a:spcPts val="1400"/>
              </a:spcAft>
              <a:defRPr sz="2200"/>
            </a:pPr>
            <a:r>
              <a:t>• It can be improved further using advanced AI and NLP technologies.</a:t>
            </a:r>
          </a:p>
          <a:p>
            <a:pPr>
              <a:spcAft>
                <a:spcPts val="1400"/>
              </a:spcAft>
              <a:defRPr sz="2200"/>
            </a:pPr>
            <a:r>
              <a:t>•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30936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